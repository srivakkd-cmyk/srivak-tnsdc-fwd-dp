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Lst>
  <p:sldSz type="screen16x9" cy="6858000" cx="12192000"/>
  <p:notesSz cx="12192000" cy="6858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p:cViewPr varScale="1">
        <p:scale>
          <a:sx n="62" d="100"/>
          <a:sy n="62" d="100"/>
        </p:scale>
        <p:origin x="804"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tableStyles" Target="tableStyle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3" name=""/>
        <p:cNvGrpSpPr/>
        <p:nvPr/>
      </p:nvGrpSpPr>
      <p:grpSpPr>
        <a:xfrm>
          <a:off x="0" y="0"/>
          <a:ext cx="0" cy="0"/>
          <a:chOff x="0" y="0"/>
          <a:chExt cx="0" cy="0"/>
        </a:xfrm>
      </p:grpSpPr>
      <p:sp>
        <p:nvSpPr>
          <p:cNvPr id="1048692" name="Header Placeholder 1"/>
          <p:cNvSpPr>
            <a:spLocks noGrp="1"/>
          </p:cNvSpPr>
          <p:nvPr>
            <p:ph type="hdr" sz="quarter"/>
          </p:nvPr>
        </p:nvSpPr>
        <p:spPr>
          <a:xfrm>
            <a:off x="0" y="0"/>
            <a:ext cx="5283200" cy="344488"/>
          </a:xfrm>
          <a:prstGeom prst="rect"/>
        </p:spPr>
        <p:txBody>
          <a:bodyPr bIns="45720" lIns="91440" rIns="91440" rtlCol="0" tIns="45720" vert="horz"/>
          <a:lstStyle>
            <a:lvl1pPr algn="l">
              <a:defRPr sz="1200"/>
            </a:lvl1pPr>
          </a:lstStyle>
          <a:p>
            <a:endParaRPr lang="en-IN"/>
          </a:p>
        </p:txBody>
      </p:sp>
      <p:sp>
        <p:nvSpPr>
          <p:cNvPr id="1048693" name="Date Placeholder 2"/>
          <p:cNvSpPr>
            <a:spLocks noGrp="1"/>
          </p:cNvSpPr>
          <p:nvPr>
            <p:ph type="dt" idx="1"/>
          </p:nvPr>
        </p:nvSpPr>
        <p:spPr>
          <a:xfrm>
            <a:off x="6905625" y="0"/>
            <a:ext cx="5283200" cy="344488"/>
          </a:xfrm>
          <a:prstGeom prst="rect"/>
        </p:spPr>
        <p:txBody>
          <a:bodyPr bIns="45720" lIns="91440" rIns="91440" rtlCol="0" tIns="45720" vert="horz"/>
          <a:lstStyle>
            <a:lvl1pPr algn="r">
              <a:defRPr sz="1200"/>
            </a:lvl1pPr>
          </a:lstStyle>
          <a:p>
            <a:fld id="{84B86612-B127-4CD0-BF15-66D49A7175F7}" type="datetimeFigureOut">
              <a:rPr lang="en-IN" smtClean="0"/>
              <a:t>29-08-2025</a:t>
            </a:fld>
            <a:endParaRPr lang="en-IN"/>
          </a:p>
        </p:txBody>
      </p:sp>
      <p:sp>
        <p:nvSpPr>
          <p:cNvPr id="1048694" name="Slide Image Placeholder 3"/>
          <p:cNvSpPr>
            <a:spLocks noChangeAspect="1" noRot="1" noGrp="1"/>
          </p:cNvSpPr>
          <p:nvPr>
            <p:ph type="sldImg" idx="2"/>
          </p:nvPr>
        </p:nvSpPr>
        <p:spPr>
          <a:xfrm>
            <a:off x="4038600" y="857250"/>
            <a:ext cx="4114800" cy="2314575"/>
          </a:xfrm>
          <a:prstGeom prst="rect"/>
          <a:noFill/>
          <a:ln w="12700">
            <a:solidFill>
              <a:prstClr val="black"/>
            </a:solidFill>
          </a:ln>
        </p:spPr>
        <p:txBody>
          <a:bodyPr anchor="ctr" bIns="45720" lIns="91440" rIns="91440" rtlCol="0" tIns="45720" vert="horz"/>
          <a:p>
            <a:endParaRPr lang="en-IN"/>
          </a:p>
        </p:txBody>
      </p:sp>
      <p:sp>
        <p:nvSpPr>
          <p:cNvPr id="1048695" name="Notes Placeholder 4"/>
          <p:cNvSpPr>
            <a:spLocks noGrp="1"/>
          </p:cNvSpPr>
          <p:nvPr>
            <p:ph type="body" sz="quarter" idx="3"/>
          </p:nvPr>
        </p:nvSpPr>
        <p:spPr>
          <a:xfrm>
            <a:off x="1219200" y="3300413"/>
            <a:ext cx="9753600" cy="2700337"/>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6" name="Footer Placeholder 5"/>
          <p:cNvSpPr>
            <a:spLocks noGrp="1"/>
          </p:cNvSpPr>
          <p:nvPr>
            <p:ph type="ftr" sz="quarter" idx="4"/>
          </p:nvPr>
        </p:nvSpPr>
        <p:spPr>
          <a:xfrm>
            <a:off x="0" y="6513513"/>
            <a:ext cx="5283200" cy="344487"/>
          </a:xfrm>
          <a:prstGeom prst="rect"/>
        </p:spPr>
        <p:txBody>
          <a:bodyPr anchor="b" bIns="45720" lIns="91440" rIns="91440" rtlCol="0" tIns="45720" vert="horz"/>
          <a:lstStyle>
            <a:lvl1pPr algn="l">
              <a:defRPr sz="1200"/>
            </a:lvl1pPr>
          </a:lstStyle>
          <a:p>
            <a:endParaRPr lang="en-IN"/>
          </a:p>
        </p:txBody>
      </p:sp>
      <p:sp>
        <p:nvSpPr>
          <p:cNvPr id="1048697" name="Slide Number Placeholder 6"/>
          <p:cNvSpPr>
            <a:spLocks noGrp="1"/>
          </p:cNvSpPr>
          <p:nvPr>
            <p:ph type="sldNum" sz="quarter" idx="5"/>
          </p:nvPr>
        </p:nvSpPr>
        <p:spPr>
          <a:xfrm>
            <a:off x="6905625" y="6513513"/>
            <a:ext cx="5283200" cy="344487"/>
          </a:xfrm>
          <a:prstGeom prst="rect"/>
        </p:spPr>
        <p:txBody>
          <a:bodyPr anchor="b" bIns="45720" lIns="91440" rIns="91440" rtlCol="0" tIns="45720" vert="horz"/>
          <a:lstStyle>
            <a:lvl1pPr algn="r">
              <a:defRPr sz="1200"/>
            </a:lvl1pPr>
          </a:lstStyle>
          <a:p>
            <a:fld id="{F7F439ED-1E90-4106-847A-8EF19031FE2F}" type="slidenum">
              <a:rPr lang="en-IN" smtClean="0"/>
              <a:t>‹#›</a:t>
            </a:fld>
            <a:endParaRPr lang="en-I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2" name=""/>
        <p:cNvGrpSpPr/>
        <p:nvPr/>
      </p:nvGrpSpPr>
      <p:grpSpPr>
        <a:xfrm>
          <a:off x="0" y="0"/>
          <a:ext cx="0" cy="0"/>
          <a:chOff x="0" y="0"/>
          <a:chExt cx="0" cy="0"/>
        </a:xfrm>
      </p:grpSpPr>
      <p:sp>
        <p:nvSpPr>
          <p:cNvPr id="1048603" name="Slide Image Placeholder 1"/>
          <p:cNvSpPr>
            <a:spLocks noChangeAspect="1" noRot="1" noGrp="1"/>
          </p:cNvSpPr>
          <p:nvPr>
            <p:ph type="sldImg"/>
          </p:nvPr>
        </p:nvSpPr>
        <p:spPr/>
      </p:sp>
      <p:sp>
        <p:nvSpPr>
          <p:cNvPr id="1048604" name="Notes Placeholder 2"/>
          <p:cNvSpPr>
            <a:spLocks noGrp="1"/>
          </p:cNvSpPr>
          <p:nvPr>
            <p:ph type="body" idx="1"/>
          </p:nvPr>
        </p:nvSpPr>
        <p:spPr/>
        <p:txBody>
          <a:bodyPr/>
          <a:p>
            <a:endParaRPr dirty="0" lang="en-IN"/>
          </a:p>
        </p:txBody>
      </p:sp>
      <p:sp>
        <p:nvSpPr>
          <p:cNvPr id="1048605" name="Slide Number Placeholder 3"/>
          <p:cNvSpPr>
            <a:spLocks noGrp="1"/>
          </p:cNvSpPr>
          <p:nvPr>
            <p:ph type="sldNum" sz="quarter" idx="5"/>
          </p:nvPr>
        </p:nvSpPr>
        <p:spPr/>
        <p:txBody>
          <a:bodyPr/>
          <a:p>
            <a:fld id="{F7F439ED-1E90-4106-847A-8EF19031FE2F}" type="slidenum">
              <a:rPr lang="en-IN" smtClean="0"/>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8" name=""/>
        <p:cNvGrpSpPr/>
        <p:nvPr/>
      </p:nvGrpSpPr>
      <p:grpSpPr>
        <a:xfrm>
          <a:off x="0" y="0"/>
          <a:ext cx="0" cy="0"/>
          <a:chOff x="0" y="0"/>
          <a:chExt cx="0" cy="0"/>
        </a:xfrm>
      </p:grpSpPr>
      <p:sp>
        <p:nvSpPr>
          <p:cNvPr id="1048591" name="Holder 2"/>
          <p:cNvSpPr>
            <a:spLocks noGrp="1"/>
          </p:cNvSpPr>
          <p:nvPr>
            <p:ph type="ctrTitle"/>
          </p:nvPr>
        </p:nvSpPr>
        <p:spPr>
          <a:xfrm>
            <a:off x="3195574" y="2067305"/>
            <a:ext cx="5800851" cy="482600"/>
          </a:xfrm>
          <a:prstGeom prst="rect"/>
        </p:spPr>
        <p:txBody>
          <a:bodyPr bIns="0" lIns="0" rIns="0" tIns="0" wrap="square">
            <a:spAutoFit/>
          </a:bodyPr>
          <a:lstStyle>
            <a:lvl1pPr>
              <a:defRPr b="0" sz="3200" i="0">
                <a:solidFill>
                  <a:schemeClr val="tx1"/>
                </a:solidFill>
                <a:latin typeface="Trebuchet MS"/>
                <a:cs typeface="Trebuchet MS"/>
              </a:defRPr>
            </a:lvl1pPr>
          </a:lstStyle>
          <a:p/>
        </p:txBody>
      </p:sp>
      <p:sp>
        <p:nvSpPr>
          <p:cNvPr id="1048592" name="Holder 3"/>
          <p:cNvSpPr>
            <a:spLocks noGrp="1"/>
          </p:cNvSpPr>
          <p:nvPr>
            <p:ph type="subTitle" idx="4"/>
          </p:nvPr>
        </p:nvSpPr>
        <p:spPr>
          <a:xfrm>
            <a:off x="1828800" y="3840480"/>
            <a:ext cx="8534400" cy="266700"/>
          </a:xfrm>
          <a:prstGeom prst="rect"/>
        </p:spPr>
        <p:txBody>
          <a:bodyPr bIns="0" lIns="0" rIns="0" tIns="0" wrap="square">
            <a:spAutoFit/>
          </a:bodyPr>
          <a:p/>
        </p:txBody>
      </p:sp>
      <p:sp>
        <p:nvSpPr>
          <p:cNvPr id="1048593"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594"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8/29/2025</a:t>
            </a:fld>
            <a:endParaRPr lang="en-US"/>
          </a:p>
        </p:txBody>
      </p:sp>
      <p:sp>
        <p:nvSpPr>
          <p:cNvPr id="1048595" name="Holder 6"/>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0" name=""/>
        <p:cNvGrpSpPr/>
        <p:nvPr/>
      </p:nvGrpSpPr>
      <p:grpSpPr>
        <a:xfrm>
          <a:off x="0" y="0"/>
          <a:ext cx="0" cy="0"/>
          <a:chOff x="0" y="0"/>
          <a:chExt cx="0" cy="0"/>
        </a:xfrm>
      </p:grpSpPr>
      <p:sp>
        <p:nvSpPr>
          <p:cNvPr id="1048678" name="Holder 2"/>
          <p:cNvSpPr>
            <a:spLocks noGrp="1"/>
          </p:cNvSpPr>
          <p:nvPr>
            <p:ph type="title"/>
          </p:nvPr>
        </p:nvSpPr>
        <p:spPr>
          <a:xfrm>
            <a:off x="755332" y="385444"/>
            <a:ext cx="10681335" cy="723901"/>
          </a:xfrm>
        </p:spPr>
        <p:txBody>
          <a:bodyPr bIns="0" lIns="0" rIns="0" tIns="0"/>
          <a:lstStyle>
            <a:lvl1pPr>
              <a:defRPr b="1" sz="4800" i="0">
                <a:solidFill>
                  <a:schemeClr val="tx1"/>
                </a:solidFill>
                <a:latin typeface="Trebuchet MS"/>
                <a:cs typeface="Trebuchet MS"/>
              </a:defRPr>
            </a:lvl1pPr>
          </a:lstStyle>
          <a:p/>
        </p:txBody>
      </p:sp>
      <p:sp>
        <p:nvSpPr>
          <p:cNvPr id="1048679" name="Holder 3"/>
          <p:cNvSpPr>
            <a:spLocks noGrp="1"/>
          </p:cNvSpPr>
          <p:nvPr>
            <p:ph type="body" idx="1"/>
          </p:nvPr>
        </p:nvSpPr>
        <p:spPr>
          <a:xfrm>
            <a:off x="609600" y="1577340"/>
            <a:ext cx="10972800" cy="266700"/>
          </a:xfrm>
        </p:spPr>
        <p:txBody>
          <a:bodyPr bIns="0" lIns="0" rIns="0" tIns="0"/>
          <a:p/>
        </p:txBody>
      </p:sp>
      <p:sp>
        <p:nvSpPr>
          <p:cNvPr id="1048680"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81"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8/29/2025</a:t>
            </a:fld>
            <a:endParaRPr lang="en-US"/>
          </a:p>
        </p:txBody>
      </p:sp>
      <p:sp>
        <p:nvSpPr>
          <p:cNvPr id="1048682" name="Holder 6"/>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41" name=""/>
        <p:cNvGrpSpPr/>
        <p:nvPr/>
      </p:nvGrpSpPr>
      <p:grpSpPr>
        <a:xfrm>
          <a:off x="0" y="0"/>
          <a:ext cx="0" cy="0"/>
          <a:chOff x="0" y="0"/>
          <a:chExt cx="0" cy="0"/>
        </a:xfrm>
      </p:grpSpPr>
      <p:sp>
        <p:nvSpPr>
          <p:cNvPr id="1048683" name="Holder 2"/>
          <p:cNvSpPr>
            <a:spLocks noGrp="1"/>
          </p:cNvSpPr>
          <p:nvPr>
            <p:ph type="title"/>
          </p:nvPr>
        </p:nvSpPr>
        <p:spPr>
          <a:xfrm>
            <a:off x="755332" y="385444"/>
            <a:ext cx="10681335" cy="723901"/>
          </a:xfrm>
        </p:spPr>
        <p:txBody>
          <a:bodyPr bIns="0" lIns="0" rIns="0" tIns="0"/>
          <a:lstStyle>
            <a:lvl1pPr>
              <a:defRPr b="1" sz="4800" i="0">
                <a:solidFill>
                  <a:schemeClr val="tx1"/>
                </a:solidFill>
                <a:latin typeface="Trebuchet MS"/>
                <a:cs typeface="Trebuchet MS"/>
              </a:defRPr>
            </a:lvl1pPr>
          </a:lstStyle>
          <a:p/>
        </p:txBody>
      </p:sp>
      <p:sp>
        <p:nvSpPr>
          <p:cNvPr id="1048684" name="Holder 3"/>
          <p:cNvSpPr>
            <a:spLocks noGrp="1"/>
          </p:cNvSpPr>
          <p:nvPr>
            <p:ph sz="half" idx="2"/>
          </p:nvPr>
        </p:nvSpPr>
        <p:spPr>
          <a:xfrm>
            <a:off x="609600" y="1577340"/>
            <a:ext cx="5303520" cy="266700"/>
          </a:xfrm>
          <a:prstGeom prst="rect"/>
        </p:spPr>
        <p:txBody>
          <a:bodyPr bIns="0" lIns="0" rIns="0" tIns="0" wrap="square">
            <a:spAutoFit/>
          </a:bodyPr>
          <a:p/>
        </p:txBody>
      </p:sp>
      <p:sp>
        <p:nvSpPr>
          <p:cNvPr id="1048685" name="Holder 4"/>
          <p:cNvSpPr>
            <a:spLocks noGrp="1"/>
          </p:cNvSpPr>
          <p:nvPr>
            <p:ph sz="half" idx="3"/>
          </p:nvPr>
        </p:nvSpPr>
        <p:spPr>
          <a:xfrm>
            <a:off x="6278880" y="1577340"/>
            <a:ext cx="5303520" cy="266700"/>
          </a:xfrm>
          <a:prstGeom prst="rect"/>
        </p:spPr>
        <p:txBody>
          <a:bodyPr bIns="0" lIns="0" rIns="0" tIns="0" wrap="square">
            <a:spAutoFit/>
          </a:bodyPr>
          <a:p/>
        </p:txBody>
      </p:sp>
      <p:sp>
        <p:nvSpPr>
          <p:cNvPr id="1048686" name="Holder 5"/>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87" name="Holder 6"/>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8/29/2025</a:t>
            </a:fld>
            <a:endParaRPr lang="en-US"/>
          </a:p>
        </p:txBody>
      </p:sp>
      <p:sp>
        <p:nvSpPr>
          <p:cNvPr id="1048688" name="Holder 7"/>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24" name=""/>
        <p:cNvGrpSpPr/>
        <p:nvPr/>
      </p:nvGrpSpPr>
      <p:grpSpPr>
        <a:xfrm>
          <a:off x="0" y="0"/>
          <a:ext cx="0" cy="0"/>
          <a:chOff x="0" y="0"/>
          <a:chExt cx="0" cy="0"/>
        </a:xfrm>
      </p:grpSpPr>
      <p:sp>
        <p:nvSpPr>
          <p:cNvPr id="1048606" name="Holder 2"/>
          <p:cNvSpPr>
            <a:spLocks noGrp="1"/>
          </p:cNvSpPr>
          <p:nvPr>
            <p:ph type="title"/>
          </p:nvPr>
        </p:nvSpPr>
        <p:spPr>
          <a:xfrm>
            <a:off x="755332" y="385444"/>
            <a:ext cx="10681335" cy="723901"/>
          </a:xfrm>
        </p:spPr>
        <p:txBody>
          <a:bodyPr bIns="0" lIns="0" rIns="0" tIns="0"/>
          <a:lstStyle>
            <a:lvl1pPr>
              <a:defRPr b="1" sz="4800" i="0">
                <a:solidFill>
                  <a:schemeClr val="tx1"/>
                </a:solidFill>
                <a:latin typeface="Trebuchet MS"/>
                <a:cs typeface="Trebuchet MS"/>
              </a:defRPr>
            </a:lvl1pPr>
          </a:lstStyle>
          <a:p/>
        </p:txBody>
      </p:sp>
      <p:sp>
        <p:nvSpPr>
          <p:cNvPr id="1048607" name="Holder 3"/>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08" name="Holder 4"/>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8/29/2025</a:t>
            </a:fld>
            <a:endParaRPr lang="en-US"/>
          </a:p>
        </p:txBody>
      </p:sp>
      <p:sp>
        <p:nvSpPr>
          <p:cNvPr id="1048609" name="Holder 5"/>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42" name=""/>
        <p:cNvGrpSpPr/>
        <p:nvPr/>
      </p:nvGrpSpPr>
      <p:grpSpPr>
        <a:xfrm>
          <a:off x="0" y="0"/>
          <a:ext cx="0" cy="0"/>
          <a:chOff x="0" y="0"/>
          <a:chExt cx="0" cy="0"/>
        </a:xfrm>
      </p:grpSpPr>
      <p:sp>
        <p:nvSpPr>
          <p:cNvPr id="1048689" name="Holder 2"/>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90" name="Holder 3"/>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8/29/2025</a:t>
            </a:fld>
            <a:endParaRPr lang="en-US"/>
          </a:p>
        </p:txBody>
      </p:sp>
      <p:sp>
        <p:nvSpPr>
          <p:cNvPr id="1048691" name="Holder 4"/>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2" name=""/>
        <p:cNvGrpSpPr/>
        <p:nvPr/>
      </p:nvGrpSpPr>
      <p:grpSpPr>
        <a:xfrm>
          <a:off x="0" y="0"/>
          <a:ext cx="0" cy="0"/>
          <a:chOff x="0" y="0"/>
          <a:chExt cx="0" cy="0"/>
        </a:xfrm>
      </p:grpSpPr>
      <p:sp>
        <p:nvSpPr>
          <p:cNvPr id="1048576" name="bg object 16"/>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577" name="bg object 17"/>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578" name="bg object 18"/>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579" name="bg object 19"/>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580" name="bg object 20"/>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581" name="bg object 21"/>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582" name="bg object 22"/>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583" name="bg object 23"/>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584" name="bg object 24"/>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sp>
        <p:nvSpPr>
          <p:cNvPr id="1048585" name="bg object 25"/>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586" name="Holder 2"/>
          <p:cNvSpPr>
            <a:spLocks noGrp="1"/>
          </p:cNvSpPr>
          <p:nvPr>
            <p:ph type="title"/>
          </p:nvPr>
        </p:nvSpPr>
        <p:spPr>
          <a:xfrm>
            <a:off x="755332" y="385444"/>
            <a:ext cx="10681335" cy="758190"/>
          </a:xfrm>
          <a:prstGeom prst="rect"/>
        </p:spPr>
        <p:txBody>
          <a:bodyPr bIns="0" lIns="0" rIns="0" tIns="0" wrap="square">
            <a:spAutoFit/>
          </a:bodyPr>
          <a:lstStyle>
            <a:lvl1pPr>
              <a:defRPr b="1" sz="4800" i="0">
                <a:solidFill>
                  <a:schemeClr val="tx1"/>
                </a:solidFill>
                <a:latin typeface="Trebuchet MS"/>
                <a:cs typeface="Trebuchet MS"/>
              </a:defRPr>
            </a:lvl1pPr>
          </a:lstStyle>
          <a:p/>
        </p:txBody>
      </p:sp>
      <p:sp>
        <p:nvSpPr>
          <p:cNvPr id="1048587" name="Holder 3"/>
          <p:cNvSpPr>
            <a:spLocks noGrp="1"/>
          </p:cNvSpPr>
          <p:nvPr>
            <p:ph type="body" idx="1"/>
          </p:nvPr>
        </p:nvSpPr>
        <p:spPr>
          <a:xfrm>
            <a:off x="609600" y="1577340"/>
            <a:ext cx="10972800" cy="4526280"/>
          </a:xfrm>
          <a:prstGeom prst="rect"/>
        </p:spPr>
        <p:txBody>
          <a:bodyPr bIns="0" lIns="0" rIns="0" tIns="0" wrap="square">
            <a:spAutoFit/>
          </a:bodyPr>
          <a:p/>
        </p:txBody>
      </p:sp>
      <p:sp>
        <p:nvSpPr>
          <p:cNvPr id="1048588" name="Holder 4"/>
          <p:cNvSpPr>
            <a:spLocks noGrp="1"/>
          </p:cNvSpPr>
          <p:nvPr>
            <p:ph type="ftr" sz="quarter" idx="5"/>
          </p:nvPr>
        </p:nvSpPr>
        <p:spPr>
          <a:xfrm>
            <a:off x="4145280" y="6377940"/>
            <a:ext cx="3901440" cy="342900"/>
          </a:xfrm>
          <a:prstGeom prst="rect"/>
        </p:spPr>
        <p:txBody>
          <a:bodyPr bIns="0" lIns="0" rIns="0" tIns="0" wrap="square">
            <a:spAutoFit/>
          </a:bodyPr>
          <a:lstStyle>
            <a:lvl1pPr algn="ctr">
              <a:defRPr>
                <a:solidFill>
                  <a:schemeClr val="tx1">
                    <a:tint val="75000"/>
                  </a:schemeClr>
                </a:solidFill>
              </a:defRPr>
            </a:lvl1pPr>
          </a:lstStyle>
          <a:p/>
        </p:txBody>
      </p:sp>
      <p:sp>
        <p:nvSpPr>
          <p:cNvPr id="1048589" name="Holder 5"/>
          <p:cNvSpPr>
            <a:spLocks noGrp="1"/>
          </p:cNvSpPr>
          <p:nvPr>
            <p:ph type="dt" sz="half" idx="6"/>
          </p:nvPr>
        </p:nvSpPr>
        <p:spPr>
          <a:xfrm>
            <a:off x="609600" y="6377940"/>
            <a:ext cx="2804160" cy="342900"/>
          </a:xfrm>
          <a:prstGeom prst="rect"/>
        </p:spPr>
        <p:txBody>
          <a:bodyPr bIns="0" lIns="0" rIns="0" tIns="0" wrap="square">
            <a:spAutoFit/>
          </a:bodyPr>
          <a:lstStyle>
            <a:lvl1pPr algn="l">
              <a:defRPr>
                <a:solidFill>
                  <a:schemeClr val="tx1">
                    <a:tint val="75000"/>
                  </a:schemeClr>
                </a:solidFill>
              </a:defRPr>
            </a:lvl1pPr>
          </a:lstStyle>
          <a:p>
            <a:fld id="{1D8BD707-D9CF-40AE-B4C6-C98DA3205C09}" type="datetimeFigureOut">
              <a:rPr lang="en-US"/>
              <a:t>8/29/2025</a:t>
            </a:fld>
            <a:endParaRPr lang="en-US"/>
          </a:p>
        </p:txBody>
      </p:sp>
      <p:sp>
        <p:nvSpPr>
          <p:cNvPr id="1048590" name="Holder 6"/>
          <p:cNvSpPr>
            <a:spLocks noGrp="1"/>
          </p:cNvSpPr>
          <p:nvPr>
            <p:ph type="sldNum" sz="quarter" idx="7"/>
          </p:nvPr>
        </p:nvSpPr>
        <p:spPr>
          <a:xfrm>
            <a:off x="11353418" y="6473337"/>
            <a:ext cx="151129" cy="191770"/>
          </a:xfrm>
          <a:prstGeom prst="rect"/>
        </p:spPr>
        <p:txBody>
          <a:bodyPr bIns="0" lIns="0" rIns="0" tIns="0" wrap="square">
            <a:spAutoFit/>
          </a:bodyPr>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4.jpeg"/><Relationship Id="rId4"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9" name=""/>
        <p:cNvGrpSpPr/>
        <p:nvPr/>
      </p:nvGrpSpPr>
      <p:grpSpPr>
        <a:xfrm>
          <a:off x="0" y="0"/>
          <a:ext cx="0" cy="0"/>
          <a:chOff x="0" y="0"/>
          <a:chExt cx="0" cy="0"/>
        </a:xfrm>
      </p:grpSpPr>
      <p:grpSp>
        <p:nvGrpSpPr>
          <p:cNvPr id="20" name="object 2"/>
          <p:cNvGrpSpPr/>
          <p:nvPr/>
        </p:nvGrpSpPr>
        <p:grpSpPr>
          <a:xfrm>
            <a:off x="876299" y="990600"/>
            <a:ext cx="1743075" cy="1333500"/>
            <a:chOff x="742950" y="1104900"/>
            <a:chExt cx="1743075" cy="1333500"/>
          </a:xfrm>
        </p:grpSpPr>
        <p:sp>
          <p:nvSpPr>
            <p:cNvPr id="1048596" name="object 3"/>
            <p:cNvSpPr/>
            <p:nvPr/>
          </p:nvSpPr>
          <p:spPr>
            <a:xfrm>
              <a:off x="742950" y="1381125"/>
              <a:ext cx="1228725" cy="1057275"/>
            </a:xfrm>
            <a:custGeom>
              <a:avLst/>
              <a:ah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bIns="0" lIns="0" rIns="0" rtlCol="0" tIns="0" wrap="square"/>
            <a:p/>
          </p:txBody>
        </p:sp>
        <p:sp>
          <p:nvSpPr>
            <p:cNvPr id="1048597" name="object 4"/>
            <p:cNvSpPr/>
            <p:nvPr/>
          </p:nvSpPr>
          <p:spPr>
            <a:xfrm>
              <a:off x="1838325" y="1104900"/>
              <a:ext cx="647700" cy="561975"/>
            </a:xfrm>
            <a:custGeom>
              <a:avLst/>
              <a:ah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bIns="0" lIns="0" rIns="0" rtlCol="0" tIns="0" wrap="square"/>
            <a:p/>
          </p:txBody>
        </p:sp>
      </p:grpSp>
      <p:sp>
        <p:nvSpPr>
          <p:cNvPr id="1048598" name="object 5"/>
          <p:cNvSpPr/>
          <p:nvPr/>
        </p:nvSpPr>
        <p:spPr>
          <a:xfrm>
            <a:off x="3752850" y="1190625"/>
            <a:ext cx="1666875" cy="1438275"/>
          </a:xfrm>
          <a:custGeom>
            <a:avLst/>
            <a:ah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bIns="0" lIns="0" rIns="0" rtlCol="0" tIns="0" wrap="square"/>
          <a:p/>
        </p:txBody>
      </p:sp>
      <p:sp>
        <p:nvSpPr>
          <p:cNvPr id="1048599" name="object 6"/>
          <p:cNvSpPr/>
          <p:nvPr/>
        </p:nvSpPr>
        <p:spPr>
          <a:xfrm>
            <a:off x="3800475" y="5229225"/>
            <a:ext cx="723900" cy="619125"/>
          </a:xfrm>
          <a:custGeom>
            <a:avLst/>
            <a:ah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bIns="0" lIns="0" rIns="0" rtlCol="0" tIns="0" wrap="square"/>
          <a:p/>
        </p:txBody>
      </p:sp>
      <p:sp>
        <p:nvSpPr>
          <p:cNvPr id="1048600" name="object 7"/>
          <p:cNvSpPr txBox="1">
            <a:spLocks noGrp="1"/>
          </p:cNvSpPr>
          <p:nvPr>
            <p:ph type="ctrTitle"/>
          </p:nvPr>
        </p:nvSpPr>
        <p:spPr>
          <a:xfrm>
            <a:off x="1523999" y="19665"/>
            <a:ext cx="7629525" cy="1001556"/>
          </a:xfrm>
          <a:prstGeom prst="rect"/>
        </p:spPr>
        <p:txBody>
          <a:bodyPr bIns="0" lIns="0" rIns="0" rtlCol="0" tIns="16510" vert="horz" wrap="square">
            <a:spAutoFit/>
          </a:bodyPr>
          <a:p>
            <a:pPr marL="3213735">
              <a:spcBef>
                <a:spcPts val="130"/>
              </a:spcBef>
            </a:pPr>
            <a:r>
              <a:rPr b="1" dirty="0" i="0" lang="en-US">
                <a:solidFill>
                  <a:srgbClr val="0F0F0F"/>
                </a:solidFill>
                <a:effectLst/>
                <a:latin typeface="Times New Roman" panose="02020603050405020304" pitchFamily="18" charset="0"/>
                <a:cs typeface="Times New Roman" panose="02020603050405020304" pitchFamily="18" charset="0"/>
              </a:rPr>
              <a:t>Digital Portfolio </a:t>
            </a:r>
            <a:br>
              <a:rPr b="1" dirty="0" i="0" lang="en-US">
                <a:solidFill>
                  <a:srgbClr val="0F0F0F"/>
                </a:solidFill>
                <a:effectLst/>
                <a:latin typeface="Roboto" panose="020F0502020204030204" pitchFamily="2" charset="0"/>
              </a:rPr>
            </a:br>
            <a:endParaRPr dirty="0" spc="15"/>
          </a:p>
        </p:txBody>
      </p:sp>
      <p:pic>
        <p:nvPicPr>
          <p:cNvPr id="2097152" name="object 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sp>
        <p:nvSpPr>
          <p:cNvPr id="1048601" name="object 11"/>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1</a:t>
            </a:fld>
            <a:endParaRPr dirty="0" spc="10"/>
          </a:p>
        </p:txBody>
      </p:sp>
      <p:sp>
        <p:nvSpPr>
          <p:cNvPr id="1048602" name="TextBox 13"/>
          <p:cNvSpPr txBox="1"/>
          <p:nvPr/>
        </p:nvSpPr>
        <p:spPr>
          <a:xfrm>
            <a:off x="1114425" y="2454028"/>
            <a:ext cx="8610600" cy="2580640"/>
          </a:xfrm>
          <a:prstGeom prst="rect"/>
          <a:noFill/>
        </p:spPr>
        <p:txBody>
          <a:bodyPr anchor="t" bIns="45720" lIns="91440" rIns="91440" rtlCol="0" tIns="45720" wrap="square">
            <a:spAutoFit/>
          </a:bodyPr>
          <a:p>
            <a:r>
              <a:rPr dirty="0" sz="2400" lang="en-US"/>
              <a:t>STUDENT NAME</a:t>
            </a:r>
            <a:r>
              <a:rPr dirty="0" sz="2400" lang="en-IN"/>
              <a:t>:</a:t>
            </a:r>
            <a:r>
              <a:rPr dirty="0" sz="2400" lang="en-US"/>
              <a:t> </a:t>
            </a:r>
            <a:r>
              <a:rPr dirty="0" sz="2400" lang="en-US"/>
              <a:t>S</a:t>
            </a:r>
            <a:r>
              <a:rPr dirty="0" sz="2400" lang="en-US"/>
              <a:t>R</a:t>
            </a:r>
            <a:r>
              <a:rPr dirty="0" sz="2400" lang="en-US"/>
              <a:t>I</a:t>
            </a:r>
            <a:r>
              <a:rPr dirty="0" sz="2400" lang="en-US"/>
              <a:t>V</a:t>
            </a:r>
            <a:r>
              <a:rPr dirty="0" sz="2400" lang="en-US"/>
              <a:t>A</a:t>
            </a:r>
            <a:r>
              <a:rPr dirty="0" sz="2400" lang="en-US"/>
              <a:t>K</a:t>
            </a:r>
            <a:r>
              <a:rPr dirty="0" sz="2400" lang="en-US"/>
              <a:t>.</a:t>
            </a:r>
            <a:r>
              <a:rPr dirty="0" sz="2400" lang="en-US"/>
              <a:t>A</a:t>
            </a:r>
            <a:endParaRPr dirty="0" sz="2400" lang="en-US"/>
          </a:p>
          <a:p>
            <a:r>
              <a:rPr dirty="0" sz="2400" lang="en-US"/>
              <a:t>REGISTER NO AND NMID: 24133040500121070</a:t>
            </a:r>
            <a:r>
              <a:rPr dirty="0" sz="2400" lang="en-US"/>
              <a:t> </a:t>
            </a:r>
            <a:r>
              <a:rPr dirty="0" sz="2400" lang="en-US"/>
              <a:t>a</a:t>
            </a:r>
            <a:r>
              <a:rPr dirty="0" sz="2400" lang="en-US"/>
              <a:t>n</a:t>
            </a:r>
            <a:r>
              <a:rPr dirty="0" sz="2400" lang="en-US"/>
              <a:t>d</a:t>
            </a:r>
            <a:r>
              <a:rPr dirty="0" sz="2400" lang="en-US"/>
              <a:t> </a:t>
            </a:r>
            <a:r>
              <a:rPr dirty="0" sz="2400" lang="en-US"/>
              <a:t>autanm30430424ubca069</a:t>
            </a:r>
            <a:r>
              <a:rPr dirty="0" sz="2400" lang="en-US"/>
              <a:t> </a:t>
            </a:r>
            <a:endParaRPr dirty="0" sz="2400" lang="en-US">
              <a:cs typeface="Calibri"/>
            </a:endParaRPr>
          </a:p>
          <a:p>
            <a:r>
              <a:rPr dirty="0" sz="2400" lang="en-US"/>
              <a:t>DEPARTMENT: </a:t>
            </a:r>
            <a:r>
              <a:rPr dirty="0" sz="2400" lang="en-IN"/>
              <a:t>BCA</a:t>
            </a:r>
            <a:endParaRPr dirty="0" sz="2400" lang="en-US"/>
          </a:p>
          <a:p>
            <a:r>
              <a:rPr dirty="0" sz="2400" lang="en-US"/>
              <a:t>COLLEGE: </a:t>
            </a:r>
            <a:r>
              <a:rPr dirty="0" sz="2400" lang="en-US"/>
              <a:t>T</a:t>
            </a:r>
            <a:r>
              <a:rPr dirty="0" sz="2400" lang="en-US"/>
              <a:t>h</a:t>
            </a:r>
            <a:r>
              <a:rPr dirty="0" sz="2400" lang="en-US"/>
              <a:t>i</a:t>
            </a:r>
            <a:r>
              <a:rPr dirty="0" sz="2400" lang="en-US"/>
              <a:t>r</a:t>
            </a:r>
            <a:r>
              <a:rPr dirty="0" sz="2400" lang="en-US"/>
              <a:t>rukkovillur </a:t>
            </a:r>
            <a:r>
              <a:rPr dirty="0" sz="2400" lang="en-US"/>
              <a:t>c</a:t>
            </a:r>
            <a:r>
              <a:rPr dirty="0" sz="2400" lang="en-US"/>
              <a:t>o</a:t>
            </a:r>
            <a:r>
              <a:rPr dirty="0" sz="2400" lang="en-US"/>
              <a:t>l</a:t>
            </a:r>
            <a:r>
              <a:rPr dirty="0" sz="2400" lang="en-US"/>
              <a:t>lege </a:t>
            </a:r>
            <a:r>
              <a:rPr dirty="0" sz="2400" lang="en-US"/>
              <a:t>o</a:t>
            </a:r>
            <a:r>
              <a:rPr dirty="0" sz="2400" lang="en-US"/>
              <a:t>f </a:t>
            </a:r>
            <a:r>
              <a:rPr dirty="0" sz="2400" lang="en-US"/>
              <a:t>a</a:t>
            </a:r>
            <a:r>
              <a:rPr dirty="0" sz="2400" lang="en-US"/>
              <a:t>r</a:t>
            </a:r>
            <a:r>
              <a:rPr dirty="0" sz="2400" lang="en-US"/>
              <a:t>ts </a:t>
            </a:r>
            <a:r>
              <a:rPr dirty="0" sz="2400" lang="en-US"/>
              <a:t>&amp;</a:t>
            </a:r>
            <a:r>
              <a:rPr dirty="0" sz="2400" lang="en-US"/>
              <a:t> science </a:t>
            </a:r>
            <a:endParaRPr altLang="en-US" lang="zh-CN"/>
          </a:p>
          <a:p>
            <a:r>
              <a:rPr dirty="0" sz="2400" lang="en-IN"/>
              <a:t>UNIVERCITY:ANNAMALAI UNIVERCITY</a:t>
            </a:r>
            <a:endParaRPr dirty="0" sz="2400" lang="en-US"/>
          </a:p>
          <a:p>
            <a:r>
              <a:rPr dirty="0" sz="2400" lang="en-US"/>
              <a:t>           </a:t>
            </a:r>
            <a:endParaRPr dirty="0" sz="2400"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25" name=""/>
        <p:cNvGrpSpPr/>
        <p:nvPr/>
      </p:nvGrpSpPr>
      <p:grpSpPr>
        <a:xfrm>
          <a:off x="0" y="0"/>
          <a:ext cx="0" cy="0"/>
          <a:chOff x="0" y="0"/>
          <a:chExt cx="0" cy="0"/>
        </a:xfrm>
      </p:grpSpPr>
      <p:sp>
        <p:nvSpPr>
          <p:cNvPr id="1048610"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11" name="object 14"/>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12" name="object 15"/>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13" name="object 16"/>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14" name="object 17"/>
          <p:cNvSpPr txBox="1">
            <a:spLocks noGrp="1"/>
          </p:cNvSpPr>
          <p:nvPr>
            <p:ph type="title"/>
          </p:nvPr>
        </p:nvSpPr>
        <p:spPr>
          <a:xfrm>
            <a:off x="739775" y="829627"/>
            <a:ext cx="3909695" cy="638810"/>
          </a:xfrm>
          <a:prstGeom prst="rect"/>
        </p:spPr>
        <p:txBody>
          <a:bodyPr bIns="0" lIns="0" rIns="0" rtlCol="0" tIns="16510" vert="horz" wrap="square">
            <a:spAutoFit/>
          </a:bodyPr>
          <a:p>
            <a:pPr marL="12700">
              <a:lnSpc>
                <a:spcPct val="100000"/>
              </a:lnSpc>
              <a:spcBef>
                <a:spcPts val="130"/>
              </a:spcBef>
            </a:pPr>
            <a:r>
              <a:rPr dirty="0" sz="4250" spc="5"/>
              <a:t>PROJECT</a:t>
            </a:r>
            <a:r>
              <a:rPr dirty="0" sz="4250" spc="-85"/>
              <a:t> </a:t>
            </a:r>
            <a:r>
              <a:rPr dirty="0" sz="4250" spc="25"/>
              <a:t>TITLE</a:t>
            </a:r>
            <a:endParaRPr sz="4250"/>
          </a:p>
        </p:txBody>
      </p:sp>
      <p:grpSp>
        <p:nvGrpSpPr>
          <p:cNvPr id="26" name="object 18"/>
          <p:cNvGrpSpPr/>
          <p:nvPr/>
        </p:nvGrpSpPr>
        <p:grpSpPr>
          <a:xfrm>
            <a:off x="466725" y="6410325"/>
            <a:ext cx="3705225" cy="295275"/>
            <a:chOff x="466725" y="6410325"/>
            <a:chExt cx="3705225" cy="295275"/>
          </a:xfrm>
        </p:grpSpPr>
        <p:pic>
          <p:nvPicPr>
            <p:cNvPr id="2097153" name="object 1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pic>
          <p:nvPicPr>
            <p:cNvPr id="2097154" name="object 20"/>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grpSp>
      <p:sp>
        <p:nvSpPr>
          <p:cNvPr id="1048615" name="object 22"/>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2</a:t>
            </a:fld>
            <a:endParaRPr dirty="0" spc="10"/>
          </a:p>
        </p:txBody>
      </p:sp>
      <p:sp>
        <p:nvSpPr>
          <p:cNvPr id="1048616" name="TextBox 22"/>
          <p:cNvSpPr txBox="1"/>
          <p:nvPr/>
        </p:nvSpPr>
        <p:spPr>
          <a:xfrm>
            <a:off x="3048354" y="2691396"/>
            <a:ext cx="6096706" cy="1424941"/>
          </a:xfrm>
          <a:prstGeom prst="rect"/>
          <a:noFill/>
        </p:spPr>
        <p:txBody>
          <a:bodyPr wrap="square">
            <a:spAutoFit/>
          </a:bodyPr>
          <a:p>
            <a:r>
              <a:rPr lang="en-US"/>
              <a:t>The project title is a concise and descriptive name that captures the essence of your project.When choosing a project title, consider:1. Clarity2. Relevance3. Creativity4. MemorabilityWhat kind of project are you working on? I'd be happy to help you brainstorm a title!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27" name=""/>
        <p:cNvGrpSpPr/>
        <p:nvPr/>
      </p:nvGrpSpPr>
      <p:grpSpPr>
        <a:xfrm>
          <a:off x="0" y="0"/>
          <a:ext cx="0" cy="0"/>
          <a:chOff x="0" y="0"/>
          <a:chExt cx="0" cy="0"/>
        </a:xfrm>
      </p:grpSpPr>
      <p:sp>
        <p:nvSpPr>
          <p:cNvPr id="1048617" name="object 2"/>
          <p:cNvSpPr/>
          <p:nvPr/>
        </p:nvSpPr>
        <p:spPr>
          <a:xfrm>
            <a:off x="-76200" y="28579"/>
            <a:ext cx="12481713" cy="6858000"/>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a:endParaRPr dirty="0"/>
          </a:p>
        </p:txBody>
      </p:sp>
      <p:grpSp>
        <p:nvGrpSpPr>
          <p:cNvPr id="28" name="object 3"/>
          <p:cNvGrpSpPr/>
          <p:nvPr/>
        </p:nvGrpSpPr>
        <p:grpSpPr>
          <a:xfrm>
            <a:off x="7443849" y="0"/>
            <a:ext cx="4752975" cy="6863080"/>
            <a:chOff x="7443849" y="0"/>
            <a:chExt cx="4752975" cy="6863080"/>
          </a:xfrm>
        </p:grpSpPr>
        <p:sp>
          <p:nvSpPr>
            <p:cNvPr id="1048618"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619"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620"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621"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622"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623"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624"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625"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626"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grpSp>
      <p:sp>
        <p:nvSpPr>
          <p:cNvPr id="1048627"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28" name="object 14"/>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a:cs typeface="Trebuchet MS"/>
              </a:rPr>
              <a:t>3/21/202</a:t>
            </a:r>
            <a:r>
              <a:rPr dirty="0" sz="1100" spc="10">
                <a:solidFill>
                  <a:srgbClr val="2D83C3"/>
                </a:solidFill>
                <a:latin typeface="Trebuchet MS"/>
                <a:cs typeface="Trebuchet MS"/>
              </a:rPr>
              <a:t>4</a:t>
            </a:r>
            <a:r>
              <a:rPr dirty="0" sz="1100">
                <a:solidFill>
                  <a:srgbClr val="2D83C3"/>
                </a:solidFill>
                <a:latin typeface="Trebuchet MS"/>
                <a:cs typeface="Trebuchet MS"/>
              </a:rPr>
              <a:t> </a:t>
            </a:r>
            <a:r>
              <a:rPr dirty="0" sz="1100" spc="130">
                <a:solidFill>
                  <a:srgbClr val="2D83C3"/>
                </a:solidFill>
                <a:latin typeface="Trebuchet MS"/>
                <a:cs typeface="Trebuchet MS"/>
              </a:rPr>
              <a:t> </a:t>
            </a:r>
            <a:r>
              <a:rPr b="1" dirty="0" sz="1100" spc="50">
                <a:solidFill>
                  <a:srgbClr val="2D83C3"/>
                </a:solidFill>
                <a:latin typeface="Trebuchet MS"/>
                <a:cs typeface="Trebuchet MS"/>
              </a:rPr>
              <a:t>A</a:t>
            </a:r>
            <a:r>
              <a:rPr b="1" dirty="0" sz="1100" spc="15">
                <a:solidFill>
                  <a:srgbClr val="2D83C3"/>
                </a:solidFill>
                <a:latin typeface="Trebuchet MS"/>
                <a:cs typeface="Trebuchet MS"/>
              </a:rPr>
              <a:t>nnu</a:t>
            </a:r>
            <a:r>
              <a:rPr b="1" dirty="0" sz="1100" spc="10">
                <a:solidFill>
                  <a:srgbClr val="2D83C3"/>
                </a:solidFill>
                <a:latin typeface="Trebuchet MS"/>
                <a:cs typeface="Trebuchet MS"/>
              </a:rPr>
              <a:t>al</a:t>
            </a:r>
            <a:r>
              <a:rPr b="1" dirty="0" sz="1100" spc="-140">
                <a:solidFill>
                  <a:srgbClr val="2D83C3"/>
                </a:solidFill>
                <a:latin typeface="Trebuchet MS"/>
                <a:cs typeface="Trebuchet MS"/>
              </a:rPr>
              <a:t> </a:t>
            </a:r>
            <a:r>
              <a:rPr b="1" dirty="0" sz="1100">
                <a:solidFill>
                  <a:srgbClr val="2D83C3"/>
                </a:solidFill>
                <a:latin typeface="Trebuchet MS"/>
                <a:cs typeface="Trebuchet MS"/>
              </a:rPr>
              <a:t>R</a:t>
            </a:r>
            <a:r>
              <a:rPr b="1" dirty="0" sz="1100" spc="35">
                <a:solidFill>
                  <a:srgbClr val="2D83C3"/>
                </a:solidFill>
                <a:latin typeface="Trebuchet MS"/>
                <a:cs typeface="Trebuchet MS"/>
              </a:rPr>
              <a:t>e</a:t>
            </a:r>
            <a:r>
              <a:rPr b="1" dirty="0" sz="1100" spc="90">
                <a:solidFill>
                  <a:srgbClr val="2D83C3"/>
                </a:solidFill>
                <a:latin typeface="Trebuchet MS"/>
                <a:cs typeface="Trebuchet MS"/>
              </a:rPr>
              <a:t>v</a:t>
            </a:r>
            <a:r>
              <a:rPr b="1" dirty="0" sz="1100" spc="-35">
                <a:solidFill>
                  <a:srgbClr val="2D83C3"/>
                </a:solidFill>
                <a:latin typeface="Trebuchet MS"/>
                <a:cs typeface="Trebuchet MS"/>
              </a:rPr>
              <a:t>i</a:t>
            </a:r>
            <a:r>
              <a:rPr b="1" dirty="0" sz="1100" spc="35">
                <a:solidFill>
                  <a:srgbClr val="2D83C3"/>
                </a:solidFill>
                <a:latin typeface="Trebuchet MS"/>
                <a:cs typeface="Trebuchet MS"/>
              </a:rPr>
              <a:t>e</a:t>
            </a:r>
            <a:r>
              <a:rPr b="1" dirty="0" sz="1100" spc="15">
                <a:solidFill>
                  <a:srgbClr val="2D83C3"/>
                </a:solidFill>
                <a:latin typeface="Trebuchet MS"/>
                <a:cs typeface="Trebuchet MS"/>
              </a:rPr>
              <a:t>w</a:t>
            </a:r>
            <a:endParaRPr sz="1100">
              <a:latin typeface="Trebuchet MS"/>
              <a:cs typeface="Trebuchet MS"/>
            </a:endParaRPr>
          </a:p>
        </p:txBody>
      </p:sp>
      <p:sp>
        <p:nvSpPr>
          <p:cNvPr id="1048629" name="object 15"/>
          <p:cNvSpPr/>
          <p:nvPr/>
        </p:nvSpPr>
        <p:spPr>
          <a:xfrm>
            <a:off x="7362825" y="447675"/>
            <a:ext cx="361950" cy="361950"/>
          </a:xfrm>
          <a:custGeom>
            <a:avLst/>
            <a:ah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bIns="0" lIns="0" rIns="0" rtlCol="0" tIns="0" wrap="square"/>
          <a:p/>
        </p:txBody>
      </p:sp>
      <p:sp>
        <p:nvSpPr>
          <p:cNvPr id="1048630" name="object 16"/>
          <p:cNvSpPr/>
          <p:nvPr/>
        </p:nvSpPr>
        <p:spPr>
          <a:xfrm>
            <a:off x="11010900" y="5610225"/>
            <a:ext cx="647700" cy="647700"/>
          </a:xfrm>
          <a:custGeom>
            <a:avLst/>
            <a:ah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bIns="0" lIns="0" rIns="0" rtlCol="0" tIns="0" wrap="square"/>
          <a:p/>
        </p:txBody>
      </p:sp>
      <p:pic>
        <p:nvPicPr>
          <p:cNvPr id="2097155" name="object 17"/>
          <p:cNvPicPr>
            <a:picLocks/>
          </p:cNvPicPr>
          <p:nvPr/>
        </p:nvPicPr>
        <p:blipFill>
          <a:blip xmlns:r="http://schemas.openxmlformats.org/officeDocument/2006/relationships" r:embed="rId1" cstate="print"/>
          <a:stretch>
            <a:fillRect/>
          </a:stretch>
        </p:blipFill>
        <p:spPr>
          <a:xfrm>
            <a:off x="10687050" y="6134100"/>
            <a:ext cx="247650" cy="247650"/>
          </a:xfrm>
          <a:prstGeom prst="rect"/>
        </p:spPr>
      </p:pic>
      <p:grpSp>
        <p:nvGrpSpPr>
          <p:cNvPr id="29" name="object 18"/>
          <p:cNvGrpSpPr/>
          <p:nvPr/>
        </p:nvGrpSpPr>
        <p:grpSpPr>
          <a:xfrm>
            <a:off x="47625" y="3819523"/>
            <a:ext cx="4124325" cy="3009900"/>
            <a:chOff x="47625" y="3819523"/>
            <a:chExt cx="4124325" cy="3009900"/>
          </a:xfrm>
        </p:grpSpPr>
        <p:pic>
          <p:nvPicPr>
            <p:cNvPr id="2097156" name="object 19"/>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pic>
          <p:nvPicPr>
            <p:cNvPr id="2097157" name="object 20"/>
            <p:cNvPicPr>
              <a:picLocks/>
            </p:cNvPicPr>
            <p:nvPr/>
          </p:nvPicPr>
          <p:blipFill>
            <a:blip xmlns:r="http://schemas.openxmlformats.org/officeDocument/2006/relationships" r:embed="rId3" cstate="print"/>
            <a:stretch>
              <a:fillRect/>
            </a:stretch>
          </p:blipFill>
          <p:spPr>
            <a:xfrm>
              <a:off x="47625" y="3819523"/>
              <a:ext cx="1733550" cy="3009898"/>
            </a:xfrm>
            <a:prstGeom prst="rect"/>
          </p:spPr>
        </p:pic>
      </p:grpSp>
      <p:sp>
        <p:nvSpPr>
          <p:cNvPr id="1048631" name="object 21"/>
          <p:cNvSpPr txBox="1">
            <a:spLocks noGrp="1"/>
          </p:cNvSpPr>
          <p:nvPr>
            <p:ph type="title"/>
          </p:nvPr>
        </p:nvSpPr>
        <p:spPr>
          <a:xfrm>
            <a:off x="739775" y="445388"/>
            <a:ext cx="2357120" cy="1461135"/>
          </a:xfrm>
          <a:prstGeom prst="rect"/>
        </p:spPr>
        <p:txBody>
          <a:bodyPr bIns="0" lIns="0" rIns="0" rtlCol="0" tIns="13335" vert="horz" wrap="square">
            <a:spAutoFit/>
          </a:bodyPr>
          <a:p>
            <a:pPr marL="12700">
              <a:lnSpc>
                <a:spcPct val="100000"/>
              </a:lnSpc>
              <a:spcBef>
                <a:spcPts val="105"/>
              </a:spcBef>
            </a:pPr>
            <a:r>
              <a:rPr dirty="0" spc="25"/>
              <a:t>A</a:t>
            </a:r>
            <a:r>
              <a:rPr dirty="0" spc="-5"/>
              <a:t>G</a:t>
            </a:r>
            <a:r>
              <a:rPr dirty="0" spc="-35"/>
              <a:t>E</a:t>
            </a:r>
            <a:r>
              <a:rPr dirty="0" spc="15"/>
              <a:t>N</a:t>
            </a:r>
            <a:r>
              <a:rPr dirty="0"/>
              <a:t>DA</a:t>
            </a:r>
          </a:p>
        </p:txBody>
      </p:sp>
      <p:sp>
        <p:nvSpPr>
          <p:cNvPr id="1048632" name="object 22"/>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3</a:t>
            </a:fld>
            <a:endParaRPr dirty="0" spc="10"/>
          </a:p>
        </p:txBody>
      </p:sp>
      <p:sp>
        <p:nvSpPr>
          <p:cNvPr id="1048633" name="TextBox 22"/>
          <p:cNvSpPr txBox="1"/>
          <p:nvPr/>
        </p:nvSpPr>
        <p:spPr>
          <a:xfrm>
            <a:off x="2509807" y="1041533"/>
            <a:ext cx="5029200" cy="4701541"/>
          </a:xfrm>
          <a:prstGeom prst="rect"/>
          <a:noFill/>
        </p:spPr>
        <p:txBody>
          <a:bodyPr rtlCol="0" wrap="square">
            <a:spAutoFit/>
          </a:bodyPr>
          <a:p>
            <a:pPr algn="l"/>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dirty="0" sz="2800" lang="en-US">
                <a:solidFill>
                  <a:srgbClr val="0D0D0D"/>
                </a:solidFill>
                <a:latin typeface="Times New Roman" panose="02020603050405020304" pitchFamily="18" charset="0"/>
                <a:cs typeface="Times New Roman" panose="02020603050405020304" pitchFamily="18" charset="0"/>
              </a:rPr>
              <a:t>Tools and Technologies</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Portfolio design and Layout</a:t>
            </a:r>
          </a:p>
          <a:p>
            <a:pPr algn="l">
              <a:buFont typeface="+mj-lt"/>
              <a:buAutoNum type="arabicPeriod"/>
            </a:pPr>
            <a:r>
              <a:rPr dirty="0" sz="2800" lang="en-US">
                <a:solidFill>
                  <a:srgbClr val="0D0D0D"/>
                </a:solidFill>
                <a:latin typeface="Times New Roman" panose="02020603050405020304" pitchFamily="18" charset="0"/>
                <a:cs typeface="Times New Roman" panose="02020603050405020304" pitchFamily="18" charset="0"/>
              </a:rPr>
              <a:t>Features and Functionality</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Results and </a:t>
            </a:r>
            <a:r>
              <a:rPr dirty="0" sz="2800" lang="en-US">
                <a:solidFill>
                  <a:srgbClr val="0D0D0D"/>
                </a:solidFill>
                <a:latin typeface="Times New Roman" panose="02020603050405020304" pitchFamily="18" charset="0"/>
                <a:cs typeface="Times New Roman" panose="02020603050405020304" pitchFamily="18" charset="0"/>
              </a:rPr>
              <a:t>Screenshots</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Conclusion</a:t>
            </a:r>
          </a:p>
          <a:p>
            <a:pPr algn="l">
              <a:buFont typeface="+mj-lt"/>
              <a:buAutoNum type="arabicPeriod"/>
            </a:pPr>
            <a:r>
              <a:rPr dirty="0" sz="2800" lang="en-US" err="1">
                <a:solidFill>
                  <a:srgbClr val="0D0D0D"/>
                </a:solidFill>
                <a:latin typeface="Times New Roman" panose="02020603050405020304" pitchFamily="18" charset="0"/>
                <a:cs typeface="Times New Roman" panose="02020603050405020304" pitchFamily="18" charset="0"/>
              </a:rPr>
              <a:t>Github</a:t>
            </a:r>
            <a:r>
              <a:rPr dirty="0" sz="2800" lang="en-US">
                <a:solidFill>
                  <a:srgbClr val="0D0D0D"/>
                </a:solidFill>
                <a:latin typeface="Times New Roman" panose="02020603050405020304" pitchFamily="18" charset="0"/>
                <a:cs typeface="Times New Roman" panose="02020603050405020304" pitchFamily="18" charset="0"/>
              </a:rPr>
              <a:t> Link</a:t>
            </a:r>
            <a:endParaRPr b="0" dirty="0" sz="2800" i="0" lang="en-US">
              <a:solidFill>
                <a:srgbClr val="0D0D0D"/>
              </a:solidFill>
              <a:effectLst/>
              <a:latin typeface="Times New Roman" panose="02020603050405020304" pitchFamily="18" charset="0"/>
              <a:cs typeface="Times New Roman" panose="02020603050405020304" pitchFamily="18" charset="0"/>
            </a:endParaRPr>
          </a:p>
          <a:p>
            <a:endParaRPr dirty="0" sz="2800"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grpSp>
        <p:nvGrpSpPr>
          <p:cNvPr id="31" name="object 2"/>
          <p:cNvGrpSpPr/>
          <p:nvPr/>
        </p:nvGrpSpPr>
        <p:grpSpPr>
          <a:xfrm>
            <a:off x="7991475" y="2933700"/>
            <a:ext cx="2762250" cy="3257550"/>
            <a:chOff x="7991475" y="2933700"/>
            <a:chExt cx="2762250" cy="3257550"/>
          </a:xfrm>
        </p:grpSpPr>
        <p:sp>
          <p:nvSpPr>
            <p:cNvPr id="1048634"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35"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58" name="object 5"/>
            <p:cNvPicPr>
              <a:picLocks/>
            </p:cNvPicPr>
            <p:nvPr/>
          </p:nvPicPr>
          <p:blipFill>
            <a:blip xmlns:r="http://schemas.openxmlformats.org/officeDocument/2006/relationships" r:embed="rId1" cstate="print"/>
            <a:stretch>
              <a:fillRect/>
            </a:stretch>
          </p:blipFill>
          <p:spPr>
            <a:xfrm>
              <a:off x="7991475" y="2933700"/>
              <a:ext cx="2762250" cy="3257550"/>
            </a:xfrm>
            <a:prstGeom prst="rect"/>
          </p:spPr>
        </p:pic>
      </p:grpSp>
      <p:sp>
        <p:nvSpPr>
          <p:cNvPr id="1048636"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37" name="object 7"/>
          <p:cNvSpPr txBox="1">
            <a:spLocks noGrp="1"/>
          </p:cNvSpPr>
          <p:nvPr>
            <p:ph type="title"/>
          </p:nvPr>
        </p:nvSpPr>
        <p:spPr>
          <a:xfrm>
            <a:off x="834072" y="575055"/>
            <a:ext cx="5636895" cy="1261110"/>
          </a:xfrm>
          <a:prstGeom prst="rect"/>
        </p:spPr>
        <p:txBody>
          <a:bodyPr bIns="0" lIns="0" rIns="0" rtlCol="0" tIns="16510" vert="horz" wrap="square">
            <a:spAutoFit/>
          </a:bodyPr>
          <a:p>
            <a:pPr marL="12700">
              <a:lnSpc>
                <a:spcPct val="100000"/>
              </a:lnSpc>
              <a:spcBef>
                <a:spcPts val="130"/>
              </a:spcBef>
              <a:tabLst>
                <a:tab algn="l" pos="2727960"/>
              </a:tabLst>
            </a:pPr>
            <a:r>
              <a:rPr dirty="0" sz="4250" spc="-20"/>
              <a:t>P</a:t>
            </a:r>
            <a:r>
              <a:rPr dirty="0" sz="4250" spc="15"/>
              <a:t>ROB</a:t>
            </a:r>
            <a:r>
              <a:rPr dirty="0" sz="4250" spc="55"/>
              <a:t>L</a:t>
            </a:r>
            <a:r>
              <a:rPr dirty="0" sz="4250" spc="-20"/>
              <a:t>E</a:t>
            </a:r>
            <a:r>
              <a:rPr dirty="0" sz="4250" spc="20"/>
              <a:t>M</a:t>
            </a:r>
            <a:r>
              <a:rPr dirty="0" sz="4250"/>
              <a:t>	</a:t>
            </a:r>
            <a:r>
              <a:rPr dirty="0" sz="4250" spc="10"/>
              <a:t>S</a:t>
            </a:r>
            <a:r>
              <a:rPr dirty="0" sz="4250" spc="-370"/>
              <a:t>T</a:t>
            </a:r>
            <a:r>
              <a:rPr dirty="0" sz="4250" spc="-375"/>
              <a:t>A</a:t>
            </a:r>
            <a:r>
              <a:rPr dirty="0" sz="4250" spc="15"/>
              <a:t>T</a:t>
            </a:r>
            <a:r>
              <a:rPr dirty="0" sz="4250" spc="-10"/>
              <a:t>E</a:t>
            </a:r>
            <a:r>
              <a:rPr dirty="0" sz="4250" spc="-20"/>
              <a:t>ME</a:t>
            </a:r>
            <a:r>
              <a:rPr dirty="0" sz="4250" spc="10"/>
              <a:t>NT</a:t>
            </a:r>
            <a:endParaRPr sz="4250"/>
          </a:p>
        </p:txBody>
      </p:sp>
      <p:pic>
        <p:nvPicPr>
          <p:cNvPr id="2097159"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38" name="object 10"/>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4</a:t>
            </a:fld>
            <a:endParaRPr dirty="0" spc="10"/>
          </a:p>
        </p:txBody>
      </p:sp>
      <p:sp>
        <p:nvSpPr>
          <p:cNvPr id="1048639" name="TextBox 10"/>
          <p:cNvSpPr txBox="1"/>
          <p:nvPr/>
        </p:nvSpPr>
        <p:spPr>
          <a:xfrm>
            <a:off x="3050038" y="2280950"/>
            <a:ext cx="6100074" cy="2225040"/>
          </a:xfrm>
          <a:prstGeom prst="rect"/>
          <a:noFill/>
        </p:spPr>
        <p:txBody>
          <a:bodyPr wrap="square">
            <a:spAutoFit/>
          </a:bodyPr>
          <a:p>
            <a:r>
              <a:rPr lang="en-US"/>
              <a:t>A problem statement is a clear and concise description of a problem or challenge that needs to be addressed. It typically includes:1. Description of the problem2. Impact of the problem3. Goals or objectivesA well-defined problem statement helps guide the development of solutions and ensures everyone involved is working towards the same goal.Would you like to share a specific problem statement you're working 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grpSp>
        <p:nvGrpSpPr>
          <p:cNvPr id="33" name="object 2"/>
          <p:cNvGrpSpPr/>
          <p:nvPr/>
        </p:nvGrpSpPr>
        <p:grpSpPr>
          <a:xfrm>
            <a:off x="8658225" y="2647950"/>
            <a:ext cx="3533775" cy="3810000"/>
            <a:chOff x="8658225" y="2647950"/>
            <a:chExt cx="3533775" cy="3810000"/>
          </a:xfrm>
        </p:grpSpPr>
        <p:sp>
          <p:nvSpPr>
            <p:cNvPr id="1048640"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41"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0" name="object 5"/>
            <p:cNvPicPr>
              <a:picLocks/>
            </p:cNvPicPr>
            <p:nvPr/>
          </p:nvPicPr>
          <p:blipFill>
            <a:blip xmlns:r="http://schemas.openxmlformats.org/officeDocument/2006/relationships" r:embed="rId1" cstate="print"/>
            <a:stretch>
              <a:fillRect/>
            </a:stretch>
          </p:blipFill>
          <p:spPr>
            <a:xfrm>
              <a:off x="8658225" y="2647950"/>
              <a:ext cx="3533775" cy="3810000"/>
            </a:xfrm>
            <a:prstGeom prst="rect"/>
          </p:spPr>
        </p:pic>
      </p:grpSp>
      <p:sp>
        <p:nvSpPr>
          <p:cNvPr id="1048642"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43" name="object 7"/>
          <p:cNvSpPr txBox="1">
            <a:spLocks noGrp="1"/>
          </p:cNvSpPr>
          <p:nvPr>
            <p:ph type="title"/>
          </p:nvPr>
        </p:nvSpPr>
        <p:spPr>
          <a:xfrm>
            <a:off x="739775" y="829627"/>
            <a:ext cx="5263515" cy="638810"/>
          </a:xfrm>
          <a:prstGeom prst="rect"/>
        </p:spPr>
        <p:txBody>
          <a:bodyPr bIns="0" lIns="0" rIns="0" rtlCol="0" tIns="16510" vert="horz" wrap="square">
            <a:spAutoFit/>
          </a:bodyPr>
          <a:p>
            <a:pPr marL="12700">
              <a:lnSpc>
                <a:spcPct val="100000"/>
              </a:lnSpc>
              <a:spcBef>
                <a:spcPts val="130"/>
              </a:spcBef>
              <a:tabLst>
                <a:tab algn="l" pos="2642870"/>
              </a:tabLst>
            </a:pPr>
            <a:r>
              <a:rPr dirty="0" sz="4250" spc="5"/>
              <a:t>PROJECT	</a:t>
            </a:r>
            <a:r>
              <a:rPr dirty="0" sz="4250" spc="-20"/>
              <a:t>OVERVIEW</a:t>
            </a:r>
            <a:endParaRPr sz="4250"/>
          </a:p>
        </p:txBody>
      </p:sp>
      <p:pic>
        <p:nvPicPr>
          <p:cNvPr id="2097161"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44" name="object 10"/>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5</a:t>
            </a:fld>
            <a:endParaRPr dirty="0" spc="10"/>
          </a:p>
        </p:txBody>
      </p:sp>
      <p:sp>
        <p:nvSpPr>
          <p:cNvPr id="1048645" name="TextBox 14"/>
          <p:cNvSpPr txBox="1"/>
          <p:nvPr/>
        </p:nvSpPr>
        <p:spPr>
          <a:xfrm>
            <a:off x="3050038" y="2696448"/>
            <a:ext cx="6100074" cy="1424941"/>
          </a:xfrm>
          <a:prstGeom prst="rect"/>
          <a:noFill/>
        </p:spPr>
        <p:txBody>
          <a:bodyPr wrap="square">
            <a:spAutoFit/>
          </a:bodyPr>
          <a:p>
            <a:r>
              <a:rPr lang="en-US"/>
              <a:t>To provide a project overview, I'll need more context. Could you please share:1. Project type (e.g., software, research, creative)2. Project goals3. Key stakeholders4. Current statusWith this info, I can help you summarize your project's main aspects.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46" name="object 2"/>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47" name="object 3"/>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48"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49" name="object 5"/>
          <p:cNvSpPr txBox="1">
            <a:spLocks noGrp="1"/>
          </p:cNvSpPr>
          <p:nvPr>
            <p:ph type="title"/>
          </p:nvPr>
        </p:nvSpPr>
        <p:spPr>
          <a:xfrm>
            <a:off x="699452" y="891793"/>
            <a:ext cx="5014595" cy="518159"/>
          </a:xfrm>
          <a:prstGeom prst="rect"/>
        </p:spPr>
        <p:txBody>
          <a:bodyPr bIns="0" lIns="0" rIns="0" rtlCol="0" tIns="16510" vert="horz" wrap="square">
            <a:spAutoFit/>
          </a:bodyPr>
          <a:p>
            <a:pPr marL="12700">
              <a:lnSpc>
                <a:spcPct val="100000"/>
              </a:lnSpc>
              <a:spcBef>
                <a:spcPts val="130"/>
              </a:spcBef>
            </a:pPr>
            <a:r>
              <a:rPr dirty="0" sz="3200" spc="25"/>
              <a:t>W</a:t>
            </a:r>
            <a:r>
              <a:rPr dirty="0" sz="3200" spc="-20"/>
              <a:t>H</a:t>
            </a:r>
            <a:r>
              <a:rPr dirty="0" sz="3200" spc="20"/>
              <a:t>O</a:t>
            </a:r>
            <a:r>
              <a:rPr dirty="0" sz="3200" spc="-235"/>
              <a:t> </a:t>
            </a:r>
            <a:r>
              <a:rPr dirty="0" sz="3200" spc="-10"/>
              <a:t>AR</a:t>
            </a:r>
            <a:r>
              <a:rPr dirty="0" sz="3200" spc="15"/>
              <a:t>E</a:t>
            </a:r>
            <a:r>
              <a:rPr dirty="0" sz="3200" spc="-35"/>
              <a:t> </a:t>
            </a:r>
            <a:r>
              <a:rPr dirty="0" sz="3200" spc="-10"/>
              <a:t>T</a:t>
            </a:r>
            <a:r>
              <a:rPr dirty="0" sz="3200" spc="-15"/>
              <a:t>H</a:t>
            </a:r>
            <a:r>
              <a:rPr dirty="0" sz="3200" spc="15"/>
              <a:t>E</a:t>
            </a:r>
            <a:r>
              <a:rPr dirty="0" sz="3200" spc="-35"/>
              <a:t> </a:t>
            </a:r>
            <a:r>
              <a:rPr dirty="0" sz="3200" spc="-20"/>
              <a:t>E</a:t>
            </a:r>
            <a:r>
              <a:rPr dirty="0" sz="3200" spc="30"/>
              <a:t>N</a:t>
            </a:r>
            <a:r>
              <a:rPr dirty="0" sz="3200" spc="15"/>
              <a:t>D</a:t>
            </a:r>
            <a:r>
              <a:rPr dirty="0" sz="3200" spc="-45"/>
              <a:t> </a:t>
            </a:r>
            <a:r>
              <a:rPr dirty="0" sz="3200"/>
              <a:t>U</a:t>
            </a:r>
            <a:r>
              <a:rPr dirty="0" sz="3200" spc="10"/>
              <a:t>S</a:t>
            </a:r>
            <a:r>
              <a:rPr dirty="0" sz="3200" spc="-25"/>
              <a:t>E</a:t>
            </a:r>
            <a:r>
              <a:rPr dirty="0" sz="3200" spc="-10"/>
              <a:t>R</a:t>
            </a:r>
            <a:r>
              <a:rPr dirty="0" sz="3200" spc="5"/>
              <a:t>S?</a:t>
            </a:r>
            <a:endParaRPr sz="3200"/>
          </a:p>
        </p:txBody>
      </p:sp>
      <p:pic>
        <p:nvPicPr>
          <p:cNvPr id="2097162" name="object 6"/>
          <p:cNvPicPr>
            <a:picLocks/>
          </p:cNvPicPr>
          <p:nvPr/>
        </p:nvPicPr>
        <p:blipFill>
          <a:blip xmlns:r="http://schemas.openxmlformats.org/officeDocument/2006/relationships" r:embed="rId1" cstate="print"/>
          <a:stretch>
            <a:fillRect/>
          </a:stretch>
        </p:blipFill>
        <p:spPr>
          <a:xfrm>
            <a:off x="723900" y="6172200"/>
            <a:ext cx="2181225" cy="485775"/>
          </a:xfrm>
          <a:prstGeom prst="rect"/>
        </p:spPr>
      </p:pic>
      <p:sp>
        <p:nvSpPr>
          <p:cNvPr id="1048650" name="object 8"/>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6</a:t>
            </a:fld>
            <a:endParaRPr dirty="0" spc="10"/>
          </a:p>
        </p:txBody>
      </p:sp>
      <p:sp>
        <p:nvSpPr>
          <p:cNvPr id="1048651" name="TextBox 8"/>
          <p:cNvSpPr txBox="1"/>
          <p:nvPr/>
        </p:nvSpPr>
        <p:spPr>
          <a:xfrm>
            <a:off x="3050038" y="2280950"/>
            <a:ext cx="6100074" cy="2491740"/>
          </a:xfrm>
          <a:prstGeom prst="rect"/>
          <a:noFill/>
        </p:spPr>
        <p:txBody>
          <a:bodyPr wrap="square">
            <a:spAutoFit/>
          </a:bodyPr>
          <a:p>
            <a:r>
              <a:rPr lang="en-US"/>
              <a:t>The end-users are the individuals who will ultimately interact with or benefit from a product, service, or system. They are typically the target audience or customers.Examples of end-users include:1. Consumers using a mobile app2. Employees using a company's internal software3. Customers visiting a websiteUnderstanding end-users' needs, preferences, and behaviors is crucial for designing and developing effective solutions.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pic>
        <p:nvPicPr>
          <p:cNvPr id="2097163" name="object 2"/>
          <p:cNvPicPr>
            <a:picLocks/>
          </p:cNvPicPr>
          <p:nvPr/>
        </p:nvPicPr>
        <p:blipFill>
          <a:blip xmlns:r="http://schemas.openxmlformats.org/officeDocument/2006/relationships" r:embed="rId1" cstate="print"/>
          <a:stretch>
            <a:fillRect/>
          </a:stretch>
        </p:blipFill>
        <p:spPr>
          <a:xfrm>
            <a:off x="0" y="1476375"/>
            <a:ext cx="2695574" cy="3248025"/>
          </a:xfrm>
          <a:prstGeom prst="rect"/>
        </p:spPr>
      </p:pic>
      <p:sp>
        <p:nvSpPr>
          <p:cNvPr id="1048652"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53"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54"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55" name="object 6"/>
          <p:cNvSpPr txBox="1">
            <a:spLocks noGrp="1"/>
          </p:cNvSpPr>
          <p:nvPr>
            <p:ph type="title"/>
          </p:nvPr>
        </p:nvSpPr>
        <p:spPr>
          <a:xfrm>
            <a:off x="558165" y="857885"/>
            <a:ext cx="9763125" cy="546736"/>
          </a:xfrm>
          <a:prstGeom prst="rect"/>
        </p:spPr>
        <p:txBody>
          <a:bodyPr bIns="0" lIns="0" rIns="0" rtlCol="0" tIns="13335" vert="horz" wrap="square">
            <a:spAutoFit/>
          </a:bodyPr>
          <a:p>
            <a:pPr marL="12700">
              <a:lnSpc>
                <a:spcPct val="100000"/>
              </a:lnSpc>
              <a:spcBef>
                <a:spcPts val="105"/>
              </a:spcBef>
            </a:pPr>
            <a:r>
              <a:rPr dirty="0" sz="3600" lang="en-IN" spc="10"/>
              <a:t>TOOLS AND TECHNIQUES</a:t>
            </a:r>
            <a:endParaRPr dirty="0" sz="3600"/>
          </a:p>
        </p:txBody>
      </p:sp>
      <p:pic>
        <p:nvPicPr>
          <p:cNvPr id="2097164" name="object 7"/>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56" name="object 9"/>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7</a:t>
            </a:fld>
            <a:endParaRPr dirty="0" spc="10"/>
          </a:p>
        </p:txBody>
      </p:sp>
      <p:sp>
        <p:nvSpPr>
          <p:cNvPr id="1048657" name="TextBox 9"/>
          <p:cNvSpPr txBox="1"/>
          <p:nvPr/>
        </p:nvSpPr>
        <p:spPr>
          <a:xfrm>
            <a:off x="3050038" y="2003951"/>
            <a:ext cx="6100074" cy="2758440"/>
          </a:xfrm>
          <a:prstGeom prst="rect"/>
          <a:noFill/>
        </p:spPr>
        <p:txBody>
          <a:bodyPr wrap="square">
            <a:spAutoFit/>
          </a:bodyPr>
          <a:p>
            <a:r>
              <a:rPr lang="en-US"/>
              <a:t>Tools and techniques refer to the methods, software, and technologies used to achieve a specific goal or complete a task.Some examples of tools and techniques include:1. Project management tools (e.g., Asana, Trello)2. Design tools (e.g., Adobe Creative Cloud, Figma)3. Development tools (e.g., coding languages, IDEs)4. Data analysis tools (e.g., Excel, Tableau)Techniques might include:1. Agile methodologies2. User experience (UX) design3. Data visualization4. Version control (e.g., Git)What specific tools and techniques are you interested in?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58"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5"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659" name="object 9"/>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8</a:t>
            </a:fld>
            <a:endParaRPr sz="1100">
              <a:latin typeface="Trebuchet MS"/>
              <a:cs typeface="Trebuchet MS"/>
            </a:endParaRPr>
          </a:p>
        </p:txBody>
      </p:sp>
      <p:sp>
        <p:nvSpPr>
          <p:cNvPr id="1048660" name="object 8"/>
          <p:cNvSpPr txBox="1"/>
          <p:nvPr/>
        </p:nvSpPr>
        <p:spPr>
          <a:xfrm>
            <a:off x="739775" y="291147"/>
            <a:ext cx="8794750" cy="629018"/>
          </a:xfrm>
          <a:prstGeom prst="rect"/>
        </p:spPr>
        <p:txBody>
          <a:bodyPr bIns="0" lIns="0" rIns="0" rtlCol="0" tIns="13335" vert="horz" wrap="square">
            <a:spAutoFit/>
          </a:bodyPr>
          <a:p>
            <a:pPr marL="12700">
              <a:lnSpc>
                <a:spcPct val="100000"/>
              </a:lnSpc>
              <a:spcBef>
                <a:spcPts val="105"/>
              </a:spcBef>
            </a:pPr>
            <a:r>
              <a:rPr b="1" dirty="0" sz="4000" lang="en-IN" spc="15">
                <a:latin typeface="Trebuchet MS"/>
                <a:cs typeface="Trebuchet MS"/>
              </a:rPr>
              <a:t>POTFOLIO DESIGN AND LAYOUT</a:t>
            </a:r>
            <a:endParaRPr dirty="0" sz="4000">
              <a:latin typeface="Trebuchet MS"/>
              <a:cs typeface="Trebuchet MS"/>
            </a:endParaRPr>
          </a:p>
        </p:txBody>
      </p:sp>
      <p:sp>
        <p:nvSpPr>
          <p:cNvPr id="1048661" name="object 3"/>
          <p:cNvSpPr/>
          <p:nvPr/>
        </p:nvSpPr>
        <p:spPr>
          <a:xfrm>
            <a:off x="10058400" y="525141"/>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62" name="TextBox 2"/>
          <p:cNvSpPr txBox="1"/>
          <p:nvPr/>
        </p:nvSpPr>
        <p:spPr>
          <a:xfrm>
            <a:off x="3050038" y="2142451"/>
            <a:ext cx="6100074" cy="2491741"/>
          </a:xfrm>
          <a:prstGeom prst="rect"/>
          <a:noFill/>
        </p:spPr>
        <p:txBody>
          <a:bodyPr wrap="square">
            <a:spAutoFit/>
          </a:bodyPr>
          <a:p>
            <a:r>
              <a:rPr lang="en-US"/>
              <a:t>Portfolio design and layout refer to the visual arrangement and organization of content in a portfolio, showcasing work, skills, and accomplishments.Key considerations:1. Visual appeal2. Clear navigation3. Content hierarchy4. Branding consistencyPopular portfolio layouts:1. Grid-based2. Minimalist3. Hero-image4. Storytelling-drivenWhen designing a portfolio, consider:1. Target audience2. Personal brand3. Showcase strongest work4. Easy to updateWould you like design inspiration or tips?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63" name="Title 1"/>
          <p:cNvSpPr>
            <a:spLocks noGrp="1"/>
          </p:cNvSpPr>
          <p:nvPr>
            <p:ph type="title"/>
          </p:nvPr>
        </p:nvSpPr>
        <p:spPr>
          <a:xfrm>
            <a:off x="755332" y="385444"/>
            <a:ext cx="10681335" cy="723901"/>
          </a:xfrm>
        </p:spPr>
        <p:txBody>
          <a:bodyPr/>
          <a:p>
            <a:r>
              <a:rPr dirty="0" lang="en-IN"/>
              <a:t>FEATURES AND FUNCTIONALITY</a:t>
            </a:r>
          </a:p>
        </p:txBody>
      </p:sp>
      <p:sp>
        <p:nvSpPr>
          <p:cNvPr id="1048664" name="TextBox 3"/>
          <p:cNvSpPr txBox="1"/>
          <p:nvPr/>
        </p:nvSpPr>
        <p:spPr>
          <a:xfrm>
            <a:off x="3050038" y="2142451"/>
            <a:ext cx="6100074" cy="2758440"/>
          </a:xfrm>
          <a:prstGeom prst="rect"/>
          <a:noFill/>
        </p:spPr>
        <p:txBody>
          <a:bodyPr wrap="square">
            <a:spAutoFit/>
          </a:bodyPr>
          <a:p>
            <a:r>
              <a:rPr lang="en-US"/>
              <a:t>Features and functionality refer to the capabilities and characteristics of a product, system, or service.Features might include:1. User interface elements2. Functionalities (e.g., search, filtering)3. Integration with other tools4. Customization optionsFunctionality can encompass:1. Performance2. Security3. Usability4. ScalabilityWhen designing or evaluating features and functionality, consider:1. User needs2. Technical requirements3. User experience4. Competitive landscapeWhat specific product or system are you interested in discussing?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65" name="object 2"/>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a:cs typeface="Trebuchet MS"/>
              </a:rPr>
              <a:t>3/21/202</a:t>
            </a:r>
            <a:r>
              <a:rPr dirty="0" sz="1100" spc="10">
                <a:solidFill>
                  <a:srgbClr val="2D83C3"/>
                </a:solidFill>
                <a:latin typeface="Trebuchet MS"/>
                <a:cs typeface="Trebuchet MS"/>
              </a:rPr>
              <a:t>4</a:t>
            </a:r>
            <a:r>
              <a:rPr dirty="0" sz="1100">
                <a:solidFill>
                  <a:srgbClr val="2D83C3"/>
                </a:solidFill>
                <a:latin typeface="Trebuchet MS"/>
                <a:cs typeface="Trebuchet MS"/>
              </a:rPr>
              <a:t> </a:t>
            </a:r>
            <a:r>
              <a:rPr dirty="0" sz="1100" spc="130">
                <a:solidFill>
                  <a:srgbClr val="2D83C3"/>
                </a:solidFill>
                <a:latin typeface="Trebuchet MS"/>
                <a:cs typeface="Trebuchet MS"/>
              </a:rPr>
              <a:t> </a:t>
            </a:r>
            <a:r>
              <a:rPr b="1" dirty="0" sz="1100" spc="50">
                <a:solidFill>
                  <a:srgbClr val="2D83C3"/>
                </a:solidFill>
                <a:latin typeface="Trebuchet MS"/>
                <a:cs typeface="Trebuchet MS"/>
              </a:rPr>
              <a:t>A</a:t>
            </a:r>
            <a:r>
              <a:rPr b="1" dirty="0" sz="1100" spc="15">
                <a:solidFill>
                  <a:srgbClr val="2D83C3"/>
                </a:solidFill>
                <a:latin typeface="Trebuchet MS"/>
                <a:cs typeface="Trebuchet MS"/>
              </a:rPr>
              <a:t>nnu</a:t>
            </a:r>
            <a:r>
              <a:rPr b="1" dirty="0" sz="1100" spc="10">
                <a:solidFill>
                  <a:srgbClr val="2D83C3"/>
                </a:solidFill>
                <a:latin typeface="Trebuchet MS"/>
                <a:cs typeface="Trebuchet MS"/>
              </a:rPr>
              <a:t>al</a:t>
            </a:r>
            <a:r>
              <a:rPr b="1" dirty="0" sz="1100" spc="-140">
                <a:solidFill>
                  <a:srgbClr val="2D83C3"/>
                </a:solidFill>
                <a:latin typeface="Trebuchet MS"/>
                <a:cs typeface="Trebuchet MS"/>
              </a:rPr>
              <a:t> </a:t>
            </a:r>
            <a:r>
              <a:rPr b="1" dirty="0" sz="1100">
                <a:solidFill>
                  <a:srgbClr val="2D83C3"/>
                </a:solidFill>
                <a:latin typeface="Trebuchet MS"/>
                <a:cs typeface="Trebuchet MS"/>
              </a:rPr>
              <a:t>R</a:t>
            </a:r>
            <a:r>
              <a:rPr b="1" dirty="0" sz="1100" spc="35">
                <a:solidFill>
                  <a:srgbClr val="2D83C3"/>
                </a:solidFill>
                <a:latin typeface="Trebuchet MS"/>
                <a:cs typeface="Trebuchet MS"/>
              </a:rPr>
              <a:t>e</a:t>
            </a:r>
            <a:r>
              <a:rPr b="1" dirty="0" sz="1100" spc="90">
                <a:solidFill>
                  <a:srgbClr val="2D83C3"/>
                </a:solidFill>
                <a:latin typeface="Trebuchet MS"/>
                <a:cs typeface="Trebuchet MS"/>
              </a:rPr>
              <a:t>v</a:t>
            </a:r>
            <a:r>
              <a:rPr b="1" dirty="0" sz="1100" spc="-35">
                <a:solidFill>
                  <a:srgbClr val="2D83C3"/>
                </a:solidFill>
                <a:latin typeface="Trebuchet MS"/>
                <a:cs typeface="Trebuchet MS"/>
              </a:rPr>
              <a:t>i</a:t>
            </a:r>
            <a:r>
              <a:rPr b="1" dirty="0" sz="1100" spc="35">
                <a:solidFill>
                  <a:srgbClr val="2D83C3"/>
                </a:solidFill>
                <a:latin typeface="Trebuchet MS"/>
                <a:cs typeface="Trebuchet MS"/>
              </a:rPr>
              <a:t>e</a:t>
            </a:r>
            <a:r>
              <a:rPr b="1" dirty="0" sz="1100" spc="15">
                <a:solidFill>
                  <a:srgbClr val="2D83C3"/>
                </a:solidFill>
                <a:latin typeface="Trebuchet MS"/>
                <a:cs typeface="Trebuchet MS"/>
              </a:rPr>
              <a:t>w</a:t>
            </a:r>
            <a:endParaRPr sz="1100">
              <a:latin typeface="Trebuchet MS"/>
              <a:cs typeface="Trebuchet MS"/>
            </a:endParaRPr>
          </a:p>
        </p:txBody>
      </p:sp>
      <p:sp>
        <p:nvSpPr>
          <p:cNvPr id="1048666"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67"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68"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6" name="object 6"/>
          <p:cNvPicPr>
            <a:picLocks/>
          </p:cNvPicPr>
          <p:nvPr/>
        </p:nvPicPr>
        <p:blipFill>
          <a:blip xmlns:r="http://schemas.openxmlformats.org/officeDocument/2006/relationships" r:embed="rId1" cstate="print"/>
          <a:stretch>
            <a:fillRect/>
          </a:stretch>
        </p:blipFill>
        <p:spPr>
          <a:xfrm>
            <a:off x="66675" y="3381373"/>
            <a:ext cx="2466975" cy="3419475"/>
          </a:xfrm>
          <a:prstGeom prst="rect"/>
        </p:spPr>
      </p:pic>
      <p:sp>
        <p:nvSpPr>
          <p:cNvPr id="1048669" name="object 7"/>
          <p:cNvSpPr txBox="1">
            <a:spLocks noGrp="1"/>
          </p:cNvSpPr>
          <p:nvPr>
            <p:ph type="title"/>
          </p:nvPr>
        </p:nvSpPr>
        <p:spPr>
          <a:xfrm>
            <a:off x="739775" y="654938"/>
            <a:ext cx="8480425" cy="638810"/>
          </a:xfrm>
          <a:prstGeom prst="rect"/>
        </p:spPr>
        <p:txBody>
          <a:bodyPr bIns="0" lIns="0" rIns="0" rtlCol="0" tIns="16510" vert="horz" wrap="square">
            <a:spAutoFit/>
          </a:bodyPr>
          <a:p>
            <a:pPr marL="12700">
              <a:lnSpc>
                <a:spcPct val="100000"/>
              </a:lnSpc>
              <a:spcBef>
                <a:spcPts val="130"/>
              </a:spcBef>
            </a:pPr>
            <a:r>
              <a:rPr dirty="0" sz="4250" lang="en-IN" spc="15"/>
              <a:t>RESULTS AND SCREENSHOTS</a:t>
            </a:r>
            <a:endParaRPr dirty="0" sz="4250"/>
          </a:p>
        </p:txBody>
      </p:sp>
      <p:sp>
        <p:nvSpPr>
          <p:cNvPr id="1048670" name="object 8"/>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10</a:t>
            </a:fld>
            <a:endParaRPr sz="1100">
              <a:latin typeface="Trebuchet MS"/>
              <a:cs typeface="Trebuchet MS"/>
            </a:endParaRPr>
          </a:p>
        </p:txBody>
      </p:sp>
      <p:sp>
        <p:nvSpPr>
          <p:cNvPr id="1048671" name="TextBox 8"/>
          <p:cNvSpPr txBox="1"/>
          <p:nvPr/>
        </p:nvSpPr>
        <p:spPr>
          <a:xfrm>
            <a:off x="2743200" y="2354703"/>
            <a:ext cx="8534018" cy="8054340"/>
          </a:xfrm>
          <a:prstGeom prst="rect"/>
          <a:noFill/>
        </p:spPr>
        <p:txBody>
          <a:bodyPr rtlCol="0" wrap="square">
            <a:spAutoFit/>
          </a:bodyPr>
          <a:p>
            <a:pPr algn="l">
              <a:buFont typeface="Arial" panose="020B0604020202020204" pitchFamily="34" charset="0"/>
              <a:buChar char="•"/>
            </a:pPr>
            <a:endParaRPr b="0" dirty="0" sz="2800" i="0" lang="en-US">
              <a:solidFill>
                <a:srgbClr val="0D0D0D"/>
              </a:solidFill>
              <a:effectLst/>
              <a:latin typeface="Times New Roman" panose="02020603050405020304" pitchFamily="18" charset="0"/>
              <a:cs typeface="Times New Roman" panose="02020603050405020304" pitchFamily="18" charset="0"/>
            </a:endParaRPr>
          </a:p>
          <a:p>
            <a:r>
              <a:rPr dirty="0" sz="2800" lang="en-IN">
                <a:latin typeface="Times New Roman" panose="02020603050405020304" pitchFamily="18" charset="0"/>
                <a:cs typeface="Times New Roman" panose="02020603050405020304" pitchFamily="18" charset="0"/>
              </a:rPr>
              <a:t>Results and screenshots can help showcase the outcome of a project or product.
When sharing results, consider including:
1. Key achievements
2. Metrics or data
3. User feedback
4. Visuals like screenshots or videos
Screenshots can effectively demonstrate:
1. User interface
2. Features and functionality
3. Design elements
Would you like tips on presenting results or creating effective screenshots?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72"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73"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74"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7"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675" name="object 7"/>
          <p:cNvSpPr txBox="1">
            <a:spLocks noGrp="1"/>
          </p:cNvSpPr>
          <p:nvPr>
            <p:ph type="title"/>
          </p:nvPr>
        </p:nvSpPr>
        <p:spPr>
          <a:xfrm>
            <a:off x="755332" y="385444"/>
            <a:ext cx="4578668" cy="752129"/>
          </a:xfrm>
          <a:prstGeom prst="rect"/>
        </p:spPr>
        <p:txBody>
          <a:bodyPr bIns="0" lIns="0" rIns="0" rtlCol="0" tIns="13335" vert="horz" wrap="square">
            <a:spAutoFit/>
          </a:bodyPr>
          <a:p>
            <a:pPr marL="12700">
              <a:lnSpc>
                <a:spcPct val="100000"/>
              </a:lnSpc>
              <a:spcBef>
                <a:spcPts val="105"/>
              </a:spcBef>
            </a:pPr>
            <a:r>
              <a:rPr dirty="0" lang="en-IN"/>
              <a:t>CONCLUSION</a:t>
            </a:r>
            <a:endParaRPr dirty="0"/>
          </a:p>
        </p:txBody>
      </p:sp>
      <p:sp>
        <p:nvSpPr>
          <p:cNvPr id="1048676" name="object 9"/>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11</a:t>
            </a:fld>
            <a:endParaRPr sz="1100">
              <a:latin typeface="Trebuchet MS"/>
              <a:cs typeface="Trebuchet MS"/>
            </a:endParaRPr>
          </a:p>
        </p:txBody>
      </p:sp>
      <p:sp>
        <p:nvSpPr>
          <p:cNvPr id="1048677" name="TextBox 7"/>
          <p:cNvSpPr txBox="1"/>
          <p:nvPr/>
        </p:nvSpPr>
        <p:spPr>
          <a:xfrm>
            <a:off x="3050038" y="2834948"/>
            <a:ext cx="6100074" cy="1158241"/>
          </a:xfrm>
          <a:prstGeom prst="rect"/>
          <a:noFill/>
        </p:spPr>
        <p:txBody>
          <a:bodyPr wrap="square">
            <a:spAutoFit/>
          </a:bodyPr>
          <a:p>
            <a:r>
              <a:rPr lang="en-US"/>
              <a:t>It seems like we've wrapped up our conversation! To conclude, what were your key takeaways or next steps? Want to explore more topics or revisit something we discussed? I'm here to help!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98" name=""/>
          <p:cNvSpPr>
            <a:spLocks noGrp="1"/>
          </p:cNvSpPr>
          <p:nvPr>
            <p:ph type="title"/>
          </p:nvPr>
        </p:nvSpPr>
        <p:spPr/>
        <p:txBody>
          <a:bodyPr/>
          <a:p>
            <a:r>
              <a:rPr lang="en-US"/>
              <a:t>G</a:t>
            </a:r>
            <a:r>
              <a:rPr lang="en-US"/>
              <a:t>I</a:t>
            </a:r>
            <a:r>
              <a:rPr lang="en-US"/>
              <a:t>T</a:t>
            </a:r>
            <a:r>
              <a:rPr lang="en-US"/>
              <a:t> </a:t>
            </a:r>
            <a:r>
              <a:rPr lang="en-US"/>
              <a:t>H</a:t>
            </a:r>
            <a:r>
              <a:rPr lang="en-US"/>
              <a:t>U</a:t>
            </a:r>
            <a:r>
              <a:rPr lang="en-US"/>
              <a:t>B</a:t>
            </a:r>
            <a:r>
              <a:rPr lang="en-US"/>
              <a:t> </a:t>
            </a:r>
            <a:r>
              <a:rPr lang="en-US"/>
              <a:t>L</a:t>
            </a:r>
            <a:r>
              <a:rPr lang="en-US"/>
              <a:t>I</a:t>
            </a:r>
            <a:r>
              <a:rPr lang="en-US"/>
              <a:t>N</a:t>
            </a:r>
            <a:r>
              <a:rPr lang="en-US"/>
              <a:t>K</a:t>
            </a:r>
            <a:endParaRPr lang="en-IN"/>
          </a:p>
        </p:txBody>
      </p:sp>
      <p:sp>
        <p:nvSpPr>
          <p:cNvPr id="1048699" name=""/>
          <p:cNvSpPr>
            <a:spLocks noGrp="1"/>
          </p:cNvSpPr>
          <p:nvPr>
            <p:ph type="body" idx="1"/>
          </p:nvPr>
        </p:nvSpPr>
        <p:spPr/>
        <p:txBody>
          <a:bodyPr/>
          <a:p>
            <a:pPr indent="0" marL="0">
              <a:buNone/>
            </a:pPr>
            <a:r>
              <a:rPr lang="en-IN"/>
              <a:t>https://github.com/srivakkd-cmyk</a:t>
            </a: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Face Mask Detection using Convolutional Neural Network (CNN)  </dc:title>
  <dc:creator>Konduru Narasimha</dc:creator>
  <cp:lastModifiedBy>Amsaprasanna P</cp:lastModifiedBy>
  <dcterms:created xsi:type="dcterms:W3CDTF">2024-03-28T06:07:22Z</dcterms:created>
  <dcterms:modified xsi:type="dcterms:W3CDTF">2025-09-04T08:56:24Z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y fmtid="{D5CDD505-2E9C-101B-9397-08002B2CF9AE}" pid="4" name="ICV">
    <vt:lpwstr>c6492b701335428daea79fce8ddb2a17</vt:lpwstr>
  </property>
</Properties>
</file>